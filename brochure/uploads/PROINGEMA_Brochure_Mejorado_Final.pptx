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landscape_corporate_banner_style_scene_div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professional_corporate_brochure_slide_desi_2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graphic_corporate_brochure_slide_style_image_3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professional_corporate_brochure_slide_lay_4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lean_corporate_brochure_presentation_sl_5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professional_marketing_infographic_slide_poster_6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professional_corporate_brochure_slide_desi_7_batch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brochure_slide_layout_wide_land_8_batch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professional_corporate_contact_slide_bro_9_batch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